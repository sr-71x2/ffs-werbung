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-1786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89F32-54DA-43D2-9265-3BF471D29CEA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0CE74-DF3F-4FC8-A861-FBB25998E23A}" type="slidenum">
              <a:rPr lang="de-DE" smtClean="0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Combined-Shap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418693"/>
            <a:ext cx="9144000" cy="2439307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39552" y="116632"/>
            <a:ext cx="80554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 smtClean="0">
                <a:latin typeface="Ubuntu" pitchFamily="34" charset="0"/>
              </a:rPr>
              <a:t>Die Funktionsweise von </a:t>
            </a:r>
            <a:r>
              <a:rPr lang="de-DE" sz="3200" dirty="0" err="1" smtClean="0">
                <a:latin typeface="Ubuntu" pitchFamily="34" charset="0"/>
              </a:rPr>
              <a:t>Freifunk</a:t>
            </a:r>
            <a:r>
              <a:rPr lang="de-DE" sz="3200" dirty="0" smtClean="0">
                <a:latin typeface="Ubuntu" pitchFamily="34" charset="0"/>
              </a:rPr>
              <a:t> Stuttgart</a:t>
            </a:r>
            <a:endParaRPr lang="de-DE" sz="3200" dirty="0">
              <a:latin typeface="Ubuntu" pitchFamily="34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23528" y="4293096"/>
            <a:ext cx="158417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RiFu</a:t>
            </a:r>
            <a:r>
              <a:rPr lang="de-DE" dirty="0" smtClean="0"/>
              <a:t> Segment </a:t>
            </a:r>
            <a:r>
              <a:rPr lang="de-DE" dirty="0" err="1" smtClean="0"/>
              <a:t>Beuren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2051720" y="4293096"/>
            <a:ext cx="158417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Event Segment</a:t>
            </a:r>
          </a:p>
          <a:p>
            <a:pPr algn="ctr"/>
            <a:r>
              <a:rPr lang="de-DE" dirty="0" smtClean="0"/>
              <a:t>Straßenfest BK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>
          <a:xfrm>
            <a:off x="323528" y="3429000"/>
            <a:ext cx="158417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Segment</a:t>
            </a:r>
          </a:p>
          <a:p>
            <a:pPr algn="ctr"/>
            <a:r>
              <a:rPr lang="de-DE" dirty="0" smtClean="0"/>
              <a:t>Große Unterkunft</a:t>
            </a:r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2051720" y="3429000"/>
            <a:ext cx="158417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Standard Segment </a:t>
            </a:r>
            <a:r>
              <a:rPr lang="de-DE" dirty="0"/>
              <a:t>2</a:t>
            </a:r>
          </a:p>
        </p:txBody>
      </p:sp>
      <p:sp>
        <p:nvSpPr>
          <p:cNvPr id="10" name="Rechteck 9"/>
          <p:cNvSpPr/>
          <p:nvPr/>
        </p:nvSpPr>
        <p:spPr>
          <a:xfrm>
            <a:off x="323528" y="764704"/>
            <a:ext cx="3312368" cy="25922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Standard Segment 1</a:t>
            </a:r>
          </a:p>
          <a:p>
            <a:pPr algn="ctr"/>
            <a:endParaRPr lang="de-DE" dirty="0"/>
          </a:p>
          <a:p>
            <a:pPr algn="ctr"/>
            <a:r>
              <a:rPr lang="de-DE" dirty="0" smtClean="0"/>
              <a:t>Alle Arten von Installationen</a:t>
            </a:r>
          </a:p>
          <a:p>
            <a:pPr algn="ctr"/>
            <a:r>
              <a:rPr lang="de-DE" dirty="0"/>
              <a:t>i</a:t>
            </a:r>
            <a:r>
              <a:rPr lang="de-DE" dirty="0" smtClean="0"/>
              <a:t>m Detail</a:t>
            </a:r>
            <a:endParaRPr lang="de-DE" dirty="0"/>
          </a:p>
        </p:txBody>
      </p:sp>
      <p:sp>
        <p:nvSpPr>
          <p:cNvPr id="11" name="Rechteck 10"/>
          <p:cNvSpPr/>
          <p:nvPr/>
        </p:nvSpPr>
        <p:spPr>
          <a:xfrm>
            <a:off x="323528" y="5157192"/>
            <a:ext cx="158417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Standard Segment 3</a:t>
            </a:r>
            <a:endParaRPr lang="de-DE" dirty="0"/>
          </a:p>
        </p:txBody>
      </p:sp>
      <p:sp>
        <p:nvSpPr>
          <p:cNvPr id="12" name="Rechteck 11"/>
          <p:cNvSpPr/>
          <p:nvPr/>
        </p:nvSpPr>
        <p:spPr>
          <a:xfrm>
            <a:off x="2051720" y="5157192"/>
            <a:ext cx="158417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Standard Campusnetz</a:t>
            </a:r>
            <a:endParaRPr lang="de-DE" dirty="0"/>
          </a:p>
        </p:txBody>
      </p:sp>
      <p:sp>
        <p:nvSpPr>
          <p:cNvPr id="13" name="Rechteck 12"/>
          <p:cNvSpPr/>
          <p:nvPr/>
        </p:nvSpPr>
        <p:spPr>
          <a:xfrm>
            <a:off x="4139952" y="764704"/>
            <a:ext cx="2232248" cy="187220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Infra</a:t>
            </a:r>
            <a:r>
              <a:rPr lang="de-DE" dirty="0" smtClean="0"/>
              <a:t> Bereich</a:t>
            </a:r>
          </a:p>
          <a:p>
            <a:pPr algn="ctr"/>
            <a:endParaRPr lang="de-DE" dirty="0"/>
          </a:p>
          <a:p>
            <a:pPr algn="ctr"/>
            <a:r>
              <a:rPr lang="de-DE" dirty="0" smtClean="0"/>
              <a:t>AS / </a:t>
            </a:r>
            <a:r>
              <a:rPr lang="de-DE" dirty="0" err="1" smtClean="0"/>
              <a:t>Onboarding</a:t>
            </a:r>
            <a:r>
              <a:rPr lang="de-DE" dirty="0" smtClean="0"/>
              <a:t> / DHCP / </a:t>
            </a:r>
            <a:r>
              <a:rPr lang="de-DE" dirty="0" err="1" smtClean="0"/>
              <a:t>Monitoring</a:t>
            </a:r>
            <a:endParaRPr lang="de-DE" dirty="0"/>
          </a:p>
        </p:txBody>
      </p:sp>
      <p:sp>
        <p:nvSpPr>
          <p:cNvPr id="14" name="Rechteck 13"/>
          <p:cNvSpPr/>
          <p:nvPr/>
        </p:nvSpPr>
        <p:spPr>
          <a:xfrm>
            <a:off x="4139952" y="3573016"/>
            <a:ext cx="2232248" cy="79208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GW 2 </a:t>
            </a:r>
            <a:r>
              <a:rPr lang="de-DE" dirty="0" err="1" smtClean="0"/>
              <a:t>Nepustil</a:t>
            </a:r>
            <a:endParaRPr lang="de-DE" dirty="0"/>
          </a:p>
        </p:txBody>
      </p:sp>
      <p:sp>
        <p:nvSpPr>
          <p:cNvPr id="15" name="Rechteck 14"/>
          <p:cNvSpPr/>
          <p:nvPr/>
        </p:nvSpPr>
        <p:spPr>
          <a:xfrm>
            <a:off x="4139952" y="2708920"/>
            <a:ext cx="2232248" cy="79208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GW 1 </a:t>
            </a:r>
            <a:r>
              <a:rPr lang="de-DE" dirty="0" err="1" smtClean="0"/>
              <a:t>Nepustil</a:t>
            </a:r>
            <a:endParaRPr lang="de-DE" dirty="0"/>
          </a:p>
        </p:txBody>
      </p:sp>
      <p:sp>
        <p:nvSpPr>
          <p:cNvPr id="16" name="Rechteck 15"/>
          <p:cNvSpPr/>
          <p:nvPr/>
        </p:nvSpPr>
        <p:spPr>
          <a:xfrm>
            <a:off x="4139952" y="4437112"/>
            <a:ext cx="2232248" cy="7200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GW 3 Hoster</a:t>
            </a:r>
            <a:endParaRPr lang="de-DE" dirty="0"/>
          </a:p>
        </p:txBody>
      </p:sp>
      <p:sp>
        <p:nvSpPr>
          <p:cNvPr id="17" name="Rechteck 16"/>
          <p:cNvSpPr/>
          <p:nvPr/>
        </p:nvSpPr>
        <p:spPr>
          <a:xfrm>
            <a:off x="4139952" y="5229200"/>
            <a:ext cx="2232248" cy="72008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GW 3 Hoster</a:t>
            </a:r>
            <a:endParaRPr lang="de-DE" dirty="0"/>
          </a:p>
        </p:txBody>
      </p:sp>
      <p:sp>
        <p:nvSpPr>
          <p:cNvPr id="18" name="Ellipse 17"/>
          <p:cNvSpPr/>
          <p:nvPr/>
        </p:nvSpPr>
        <p:spPr>
          <a:xfrm>
            <a:off x="7092280" y="4437112"/>
            <a:ext cx="1800200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Das Internet ™</a:t>
            </a:r>
            <a:endParaRPr lang="de-DE" dirty="0"/>
          </a:p>
        </p:txBody>
      </p:sp>
      <p:sp>
        <p:nvSpPr>
          <p:cNvPr id="19" name="Ellipse 18"/>
          <p:cNvSpPr/>
          <p:nvPr/>
        </p:nvSpPr>
        <p:spPr>
          <a:xfrm>
            <a:off x="7092280" y="2996952"/>
            <a:ext cx="1800200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Abuse</a:t>
            </a:r>
            <a:r>
              <a:rPr lang="de-DE" dirty="0" smtClean="0"/>
              <a:t> Meldungen</a:t>
            </a:r>
            <a:endParaRPr lang="de-DE" dirty="0"/>
          </a:p>
        </p:txBody>
      </p:sp>
      <p:sp>
        <p:nvSpPr>
          <p:cNvPr id="20" name="Ellipse 19"/>
          <p:cNvSpPr/>
          <p:nvPr/>
        </p:nvSpPr>
        <p:spPr>
          <a:xfrm>
            <a:off x="7092280" y="1268760"/>
            <a:ext cx="1800200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Community IX und </a:t>
            </a:r>
            <a:r>
              <a:rPr lang="de-DE" dirty="0" err="1" smtClean="0"/>
              <a:t>Peering</a:t>
            </a:r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Combined-Shap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418693"/>
            <a:ext cx="9144000" cy="2439307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3131840" y="692696"/>
            <a:ext cx="34756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 err="1" smtClean="0">
                <a:latin typeface="Ubuntu" pitchFamily="34" charset="0"/>
              </a:rPr>
              <a:t>Gluon</a:t>
            </a:r>
            <a:r>
              <a:rPr lang="de-DE" sz="3200" dirty="0" smtClean="0">
                <a:latin typeface="Ubuntu" pitchFamily="34" charset="0"/>
              </a:rPr>
              <a:t> Installation</a:t>
            </a:r>
            <a:endParaRPr lang="de-DE" sz="3200" dirty="0">
              <a:latin typeface="Ubuntu" pitchFamily="34" charset="0"/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7308304" y="2420888"/>
            <a:ext cx="936104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Ggf. </a:t>
            </a:r>
            <a:r>
              <a:rPr lang="de-DE" dirty="0" err="1" smtClean="0"/>
              <a:t>Offloader</a:t>
            </a:r>
            <a:endParaRPr lang="de-DE" dirty="0"/>
          </a:p>
        </p:txBody>
      </p:sp>
      <p:sp>
        <p:nvSpPr>
          <p:cNvPr id="22" name="Rechteck 21"/>
          <p:cNvSpPr/>
          <p:nvPr/>
        </p:nvSpPr>
        <p:spPr>
          <a:xfrm>
            <a:off x="6156176" y="1700808"/>
            <a:ext cx="936104" cy="9361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bg1">
                    <a:lumMod val="50000"/>
                  </a:schemeClr>
                </a:solidFill>
              </a:rPr>
              <a:t>Ggf. Controller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Ellipse 22"/>
          <p:cNvSpPr/>
          <p:nvPr/>
        </p:nvSpPr>
        <p:spPr>
          <a:xfrm>
            <a:off x="4788024" y="1700808"/>
            <a:ext cx="864096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/>
          <p:cNvSpPr/>
          <p:nvPr/>
        </p:nvSpPr>
        <p:spPr>
          <a:xfrm>
            <a:off x="3635896" y="1700808"/>
            <a:ext cx="864096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/>
          <p:cNvSpPr/>
          <p:nvPr/>
        </p:nvSpPr>
        <p:spPr>
          <a:xfrm>
            <a:off x="4788024" y="3284984"/>
            <a:ext cx="864096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3635896" y="3284984"/>
            <a:ext cx="864096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2123728" y="2132856"/>
            <a:ext cx="864096" cy="86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 Verbindung 28"/>
          <p:cNvCxnSpPr>
            <a:stCxn id="24" idx="4"/>
            <a:endCxn id="26" idx="0"/>
          </p:cNvCxnSpPr>
          <p:nvPr/>
        </p:nvCxnSpPr>
        <p:spPr>
          <a:xfrm>
            <a:off x="4067944" y="2564904"/>
            <a:ext cx="0" cy="72008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>
            <a:endCxn id="21" idx="1"/>
          </p:cNvCxnSpPr>
          <p:nvPr/>
        </p:nvCxnSpPr>
        <p:spPr>
          <a:xfrm>
            <a:off x="4067944" y="2852936"/>
            <a:ext cx="3240360" cy="3600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/>
        </p:nvCxnSpPr>
        <p:spPr>
          <a:xfrm>
            <a:off x="6660232" y="2636912"/>
            <a:ext cx="0" cy="21602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6"/>
          <p:cNvCxnSpPr/>
          <p:nvPr/>
        </p:nvCxnSpPr>
        <p:spPr>
          <a:xfrm>
            <a:off x="5220072" y="2564904"/>
            <a:ext cx="0" cy="72008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8"/>
          <p:cNvCxnSpPr>
            <a:stCxn id="24" idx="2"/>
          </p:cNvCxnSpPr>
          <p:nvPr/>
        </p:nvCxnSpPr>
        <p:spPr>
          <a:xfrm flipH="1">
            <a:off x="2987824" y="2132856"/>
            <a:ext cx="648072" cy="288032"/>
          </a:xfrm>
          <a:prstGeom prst="line">
            <a:avLst/>
          </a:prstGeom>
          <a:ln w="76200">
            <a:solidFill>
              <a:schemeClr val="accent6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Gerade Verbindung 39"/>
          <p:cNvCxnSpPr>
            <a:stCxn id="26" idx="1"/>
            <a:endCxn id="27" idx="5"/>
          </p:cNvCxnSpPr>
          <p:nvPr/>
        </p:nvCxnSpPr>
        <p:spPr>
          <a:xfrm flipH="1" flipV="1">
            <a:off x="2861280" y="2870408"/>
            <a:ext cx="901160" cy="541120"/>
          </a:xfrm>
          <a:prstGeom prst="line">
            <a:avLst/>
          </a:prstGeom>
          <a:ln w="76200">
            <a:solidFill>
              <a:schemeClr val="accent6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1691680" y="1772816"/>
            <a:ext cx="1690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Ggf. </a:t>
            </a:r>
            <a:r>
              <a:rPr lang="de-DE" dirty="0" err="1" smtClean="0"/>
              <a:t>Mesh</a:t>
            </a:r>
            <a:r>
              <a:rPr lang="de-DE" dirty="0" smtClean="0"/>
              <a:t> </a:t>
            </a:r>
            <a:r>
              <a:rPr lang="de-DE" dirty="0" err="1" smtClean="0"/>
              <a:t>Node</a:t>
            </a:r>
            <a:endParaRPr lang="de-DE" dirty="0"/>
          </a:p>
        </p:txBody>
      </p:sp>
      <p:sp>
        <p:nvSpPr>
          <p:cNvPr id="44" name="Textfeld 43"/>
          <p:cNvSpPr txBox="1"/>
          <p:nvPr/>
        </p:nvSpPr>
        <p:spPr>
          <a:xfrm>
            <a:off x="3635896" y="1268760"/>
            <a:ext cx="199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4 verkabelte Nodes</a:t>
            </a:r>
            <a:endParaRPr lang="de-DE" dirty="0"/>
          </a:p>
        </p:txBody>
      </p:sp>
      <p:sp>
        <p:nvSpPr>
          <p:cNvPr id="45" name="Ellipse 44"/>
          <p:cNvSpPr/>
          <p:nvPr/>
        </p:nvSpPr>
        <p:spPr>
          <a:xfrm>
            <a:off x="5148064" y="4293096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Ellipse 45"/>
          <p:cNvSpPr/>
          <p:nvPr/>
        </p:nvSpPr>
        <p:spPr>
          <a:xfrm>
            <a:off x="5508104" y="4149080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Ellipse 46"/>
          <p:cNvSpPr/>
          <p:nvPr/>
        </p:nvSpPr>
        <p:spPr>
          <a:xfrm>
            <a:off x="5724128" y="386104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Ellipse 47"/>
          <p:cNvSpPr/>
          <p:nvPr/>
        </p:nvSpPr>
        <p:spPr>
          <a:xfrm>
            <a:off x="5724128" y="350100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/>
          <p:cNvSpPr/>
          <p:nvPr/>
        </p:nvSpPr>
        <p:spPr>
          <a:xfrm>
            <a:off x="5508104" y="2564904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Ellipse 49"/>
          <p:cNvSpPr/>
          <p:nvPr/>
        </p:nvSpPr>
        <p:spPr>
          <a:xfrm>
            <a:off x="5724128" y="2276872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Ellipse 50"/>
          <p:cNvSpPr/>
          <p:nvPr/>
        </p:nvSpPr>
        <p:spPr>
          <a:xfrm>
            <a:off x="5724128" y="1916832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Ellipse 51"/>
          <p:cNvSpPr/>
          <p:nvPr/>
        </p:nvSpPr>
        <p:spPr>
          <a:xfrm>
            <a:off x="2411760" y="3068960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Ellipse 52"/>
          <p:cNvSpPr/>
          <p:nvPr/>
        </p:nvSpPr>
        <p:spPr>
          <a:xfrm>
            <a:off x="2051720" y="2924944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Ellipse 53"/>
          <p:cNvSpPr/>
          <p:nvPr/>
        </p:nvSpPr>
        <p:spPr>
          <a:xfrm>
            <a:off x="1835696" y="2636912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Ellipse 54"/>
          <p:cNvSpPr/>
          <p:nvPr/>
        </p:nvSpPr>
        <p:spPr>
          <a:xfrm>
            <a:off x="4355976" y="2492896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Ellipse 55"/>
          <p:cNvSpPr/>
          <p:nvPr/>
        </p:nvSpPr>
        <p:spPr>
          <a:xfrm>
            <a:off x="3491880" y="4005064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Ellipse 56"/>
          <p:cNvSpPr/>
          <p:nvPr/>
        </p:nvSpPr>
        <p:spPr>
          <a:xfrm>
            <a:off x="3779912" y="422108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Ellipse 57"/>
          <p:cNvSpPr/>
          <p:nvPr/>
        </p:nvSpPr>
        <p:spPr>
          <a:xfrm>
            <a:off x="4139952" y="422108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Combined-Shap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418693"/>
            <a:ext cx="9144000" cy="2439307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1259632" y="692696"/>
            <a:ext cx="68627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 err="1" smtClean="0">
                <a:latin typeface="Ubuntu" pitchFamily="34" charset="0"/>
              </a:rPr>
              <a:t>Unifi</a:t>
            </a:r>
            <a:r>
              <a:rPr lang="de-DE" sz="3200" dirty="0" smtClean="0">
                <a:latin typeface="Ubuntu" pitchFamily="34" charset="0"/>
              </a:rPr>
              <a:t>/</a:t>
            </a:r>
            <a:r>
              <a:rPr lang="de-DE" sz="3200" dirty="0" err="1" smtClean="0">
                <a:latin typeface="Ubuntu" pitchFamily="34" charset="0"/>
              </a:rPr>
              <a:t>Huawei</a:t>
            </a:r>
            <a:r>
              <a:rPr lang="de-DE" sz="3200" dirty="0" smtClean="0">
                <a:latin typeface="Ubuntu" pitchFamily="34" charset="0"/>
              </a:rPr>
              <a:t>/</a:t>
            </a:r>
            <a:r>
              <a:rPr lang="de-DE" sz="3200" dirty="0" err="1" smtClean="0">
                <a:latin typeface="Ubuntu" pitchFamily="34" charset="0"/>
              </a:rPr>
              <a:t>OpenWRT</a:t>
            </a:r>
            <a:r>
              <a:rPr lang="de-DE" sz="3200" dirty="0" smtClean="0">
                <a:latin typeface="Ubuntu" pitchFamily="34" charset="0"/>
              </a:rPr>
              <a:t> Installation</a:t>
            </a:r>
            <a:endParaRPr lang="de-DE" sz="3200" dirty="0">
              <a:latin typeface="Ubuntu" pitchFamily="34" charset="0"/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7308304" y="2420888"/>
            <a:ext cx="936104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Ggf. </a:t>
            </a:r>
            <a:r>
              <a:rPr lang="de-DE" dirty="0" err="1" smtClean="0"/>
              <a:t>Offloader</a:t>
            </a:r>
            <a:endParaRPr lang="de-DE" dirty="0"/>
          </a:p>
        </p:txBody>
      </p:sp>
      <p:sp>
        <p:nvSpPr>
          <p:cNvPr id="22" name="Rechteck 21"/>
          <p:cNvSpPr/>
          <p:nvPr/>
        </p:nvSpPr>
        <p:spPr>
          <a:xfrm>
            <a:off x="6156176" y="1700808"/>
            <a:ext cx="936104" cy="9361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Ggf. Controller</a:t>
            </a:r>
            <a:endParaRPr lang="de-DE" dirty="0"/>
          </a:p>
        </p:txBody>
      </p:sp>
      <p:sp>
        <p:nvSpPr>
          <p:cNvPr id="23" name="Ellipse 22"/>
          <p:cNvSpPr/>
          <p:nvPr/>
        </p:nvSpPr>
        <p:spPr>
          <a:xfrm>
            <a:off x="4788024" y="1700808"/>
            <a:ext cx="864096" cy="86409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/>
          <p:cNvSpPr/>
          <p:nvPr/>
        </p:nvSpPr>
        <p:spPr>
          <a:xfrm>
            <a:off x="3635896" y="1700808"/>
            <a:ext cx="864096" cy="86409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Ellipse 24"/>
          <p:cNvSpPr/>
          <p:nvPr/>
        </p:nvSpPr>
        <p:spPr>
          <a:xfrm>
            <a:off x="4788024" y="3284984"/>
            <a:ext cx="864096" cy="86409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/>
          <p:cNvSpPr/>
          <p:nvPr/>
        </p:nvSpPr>
        <p:spPr>
          <a:xfrm>
            <a:off x="3635896" y="3284984"/>
            <a:ext cx="864096" cy="86409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/>
          <p:cNvSpPr/>
          <p:nvPr/>
        </p:nvSpPr>
        <p:spPr>
          <a:xfrm>
            <a:off x="2123728" y="2132856"/>
            <a:ext cx="864096" cy="86409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 Verbindung 28"/>
          <p:cNvCxnSpPr>
            <a:stCxn id="24" idx="4"/>
            <a:endCxn id="26" idx="0"/>
          </p:cNvCxnSpPr>
          <p:nvPr/>
        </p:nvCxnSpPr>
        <p:spPr>
          <a:xfrm>
            <a:off x="4067944" y="2564904"/>
            <a:ext cx="0" cy="72008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/>
          <p:cNvCxnSpPr>
            <a:endCxn id="21" idx="1"/>
          </p:cNvCxnSpPr>
          <p:nvPr/>
        </p:nvCxnSpPr>
        <p:spPr>
          <a:xfrm>
            <a:off x="4067944" y="2852936"/>
            <a:ext cx="3240360" cy="3600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/>
        </p:nvCxnSpPr>
        <p:spPr>
          <a:xfrm>
            <a:off x="6660232" y="2636912"/>
            <a:ext cx="0" cy="21602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6"/>
          <p:cNvCxnSpPr/>
          <p:nvPr/>
        </p:nvCxnSpPr>
        <p:spPr>
          <a:xfrm>
            <a:off x="5220072" y="2564904"/>
            <a:ext cx="0" cy="72008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1691680" y="1772816"/>
            <a:ext cx="1690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Ggf. </a:t>
            </a:r>
            <a:r>
              <a:rPr lang="de-DE" dirty="0" err="1" smtClean="0"/>
              <a:t>Mesh</a:t>
            </a:r>
            <a:r>
              <a:rPr lang="de-DE" dirty="0" smtClean="0"/>
              <a:t> </a:t>
            </a:r>
            <a:r>
              <a:rPr lang="de-DE" dirty="0" err="1" smtClean="0"/>
              <a:t>Node</a:t>
            </a:r>
            <a:endParaRPr lang="de-DE" dirty="0"/>
          </a:p>
        </p:txBody>
      </p:sp>
      <p:sp>
        <p:nvSpPr>
          <p:cNvPr id="44" name="Textfeld 43"/>
          <p:cNvSpPr txBox="1"/>
          <p:nvPr/>
        </p:nvSpPr>
        <p:spPr>
          <a:xfrm>
            <a:off x="3635896" y="1268760"/>
            <a:ext cx="199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4 verkabelte Nodes</a:t>
            </a:r>
            <a:endParaRPr lang="de-DE" dirty="0"/>
          </a:p>
        </p:txBody>
      </p:sp>
      <p:sp>
        <p:nvSpPr>
          <p:cNvPr id="33" name="Ellipse 32"/>
          <p:cNvSpPr/>
          <p:nvPr/>
        </p:nvSpPr>
        <p:spPr>
          <a:xfrm>
            <a:off x="7308304" y="350100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Ellipse 33"/>
          <p:cNvSpPr/>
          <p:nvPr/>
        </p:nvSpPr>
        <p:spPr>
          <a:xfrm>
            <a:off x="7596336" y="350100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Ellipse 35"/>
          <p:cNvSpPr/>
          <p:nvPr/>
        </p:nvSpPr>
        <p:spPr>
          <a:xfrm>
            <a:off x="7884368" y="350100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Ellipse 37"/>
          <p:cNvSpPr/>
          <p:nvPr/>
        </p:nvSpPr>
        <p:spPr>
          <a:xfrm>
            <a:off x="8172400" y="350100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Ellipse 40"/>
          <p:cNvSpPr/>
          <p:nvPr/>
        </p:nvSpPr>
        <p:spPr>
          <a:xfrm>
            <a:off x="7020272" y="3645024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Ellipse 41"/>
          <p:cNvSpPr/>
          <p:nvPr/>
        </p:nvSpPr>
        <p:spPr>
          <a:xfrm>
            <a:off x="7308304" y="386104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Ellipse 58"/>
          <p:cNvSpPr/>
          <p:nvPr/>
        </p:nvSpPr>
        <p:spPr>
          <a:xfrm>
            <a:off x="7596336" y="386104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Ellipse 59"/>
          <p:cNvSpPr/>
          <p:nvPr/>
        </p:nvSpPr>
        <p:spPr>
          <a:xfrm>
            <a:off x="7956376" y="386104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Ellipse 60"/>
          <p:cNvSpPr/>
          <p:nvPr/>
        </p:nvSpPr>
        <p:spPr>
          <a:xfrm>
            <a:off x="8316416" y="3789040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Ellipse 61"/>
          <p:cNvSpPr/>
          <p:nvPr/>
        </p:nvSpPr>
        <p:spPr>
          <a:xfrm>
            <a:off x="8604448" y="3429000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Ellipse 62"/>
          <p:cNvSpPr/>
          <p:nvPr/>
        </p:nvSpPr>
        <p:spPr>
          <a:xfrm>
            <a:off x="8676456" y="2636912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Ellipse 63"/>
          <p:cNvSpPr/>
          <p:nvPr/>
        </p:nvSpPr>
        <p:spPr>
          <a:xfrm>
            <a:off x="8388424" y="242088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Ellipse 64"/>
          <p:cNvSpPr/>
          <p:nvPr/>
        </p:nvSpPr>
        <p:spPr>
          <a:xfrm>
            <a:off x="8316416" y="278092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Ellipse 65"/>
          <p:cNvSpPr/>
          <p:nvPr/>
        </p:nvSpPr>
        <p:spPr>
          <a:xfrm>
            <a:off x="8388424" y="314096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Ellipse 66"/>
          <p:cNvSpPr/>
          <p:nvPr/>
        </p:nvSpPr>
        <p:spPr>
          <a:xfrm>
            <a:off x="8676456" y="2996952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Ellipse 67"/>
          <p:cNvSpPr/>
          <p:nvPr/>
        </p:nvSpPr>
        <p:spPr>
          <a:xfrm>
            <a:off x="7524328" y="206084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Ellipse 68"/>
          <p:cNvSpPr/>
          <p:nvPr/>
        </p:nvSpPr>
        <p:spPr>
          <a:xfrm>
            <a:off x="7812360" y="206084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Ellipse 69"/>
          <p:cNvSpPr/>
          <p:nvPr/>
        </p:nvSpPr>
        <p:spPr>
          <a:xfrm>
            <a:off x="8100392" y="206084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Ellipse 70"/>
          <p:cNvSpPr/>
          <p:nvPr/>
        </p:nvSpPr>
        <p:spPr>
          <a:xfrm>
            <a:off x="8388424" y="206084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Ellipse 71"/>
          <p:cNvSpPr/>
          <p:nvPr/>
        </p:nvSpPr>
        <p:spPr>
          <a:xfrm>
            <a:off x="7236296" y="2060848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Ellipse 72"/>
          <p:cNvSpPr/>
          <p:nvPr/>
        </p:nvSpPr>
        <p:spPr>
          <a:xfrm>
            <a:off x="7524328" y="1772816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Ellipse 73"/>
          <p:cNvSpPr/>
          <p:nvPr/>
        </p:nvSpPr>
        <p:spPr>
          <a:xfrm>
            <a:off x="7812360" y="1772816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Ellipse 74"/>
          <p:cNvSpPr/>
          <p:nvPr/>
        </p:nvSpPr>
        <p:spPr>
          <a:xfrm>
            <a:off x="8100392" y="1772816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Ellipse 75"/>
          <p:cNvSpPr/>
          <p:nvPr/>
        </p:nvSpPr>
        <p:spPr>
          <a:xfrm>
            <a:off x="8388424" y="1772816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Ellipse 76"/>
          <p:cNvSpPr/>
          <p:nvPr/>
        </p:nvSpPr>
        <p:spPr>
          <a:xfrm>
            <a:off x="8676456" y="2276872"/>
            <a:ext cx="216024" cy="2160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Bildschirmpräsentation (4:3)</PresentationFormat>
  <Paragraphs>33</Paragraphs>
  <Slides>3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4" baseType="lpstr">
      <vt:lpstr>Larissa-Design</vt:lpstr>
      <vt:lpstr>Folie 1</vt:lpstr>
      <vt:lpstr>Folie 2</vt:lpstr>
      <vt:lpstr>Folie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Daniel</dc:creator>
  <cp:lastModifiedBy>Daniel</cp:lastModifiedBy>
  <cp:revision>7</cp:revision>
  <dcterms:created xsi:type="dcterms:W3CDTF">2024-09-29T18:20:52Z</dcterms:created>
  <dcterms:modified xsi:type="dcterms:W3CDTF">2024-09-29T18:54:57Z</dcterms:modified>
</cp:coreProperties>
</file>